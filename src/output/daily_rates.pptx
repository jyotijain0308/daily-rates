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Your Company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6600"/>
                </a:solidFill>
                <a:latin typeface="Arial"/>
              </a:defRPr>
            </a:pPr>
            <a:r>
              <a:t>Daily Product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Date: June 26,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Slide 1 | Precious Metals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Arial"/>
              </a:defRPr>
            </a:pPr>
            <a:r>
              <a:t>Gold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Current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600"/>
                </a:solidFill>
                <a:latin typeface="Arial"/>
              </a:defRPr>
            </a:pPr>
            <a:r>
              <a:t>₹7500.00</a:t>
            </a:r>
          </a:p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 (per gram)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Previous Rate: ₹7400.00</a:t>
            </a:r>
          </a:p>
          <a:p>
            <a:pPr algn="ctr">
              <a:defRPr sz="1800" b="1">
                <a:solidFill>
                  <a:srgbClr val="FF6600"/>
                </a:solidFill>
                <a:latin typeface="Calibri"/>
              </a:defRPr>
            </a:pPr>
            <a:r>
              <a:t>Change: +100.00 (+1.4%)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Slide 2 | Precious Metals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Arial"/>
              </a:defRPr>
            </a:pPr>
            <a:r>
              <a:t>Silver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Current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600"/>
                </a:solidFill>
                <a:latin typeface="Arial"/>
              </a:defRPr>
            </a:pPr>
            <a:r>
              <a:t>₹95.00</a:t>
            </a:r>
          </a:p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 (per gram)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Previous Rate: ₹93.00</a:t>
            </a:r>
          </a:p>
          <a:p>
            <a:pPr algn="ctr">
              <a:defRPr sz="1800" b="1">
                <a:solidFill>
                  <a:srgbClr val="FF6600"/>
                </a:solidFill>
                <a:latin typeface="Calibri"/>
              </a:defRPr>
            </a:pPr>
            <a:r>
              <a:t>Change: +2.00 (+2.2%)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Slide 3 | Base Metals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Arial"/>
              </a:defRPr>
            </a:pPr>
            <a:r>
              <a:t>Copper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Current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600"/>
                </a:solidFill>
                <a:latin typeface="Arial"/>
              </a:defRPr>
            </a:pPr>
            <a:r>
              <a:t>₹850.00</a:t>
            </a:r>
          </a:p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 (per kg)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Previous Rate: ₹840.00</a:t>
            </a:r>
          </a:p>
          <a:p>
            <a:pPr algn="ctr">
              <a:defRPr sz="1800" b="1">
                <a:solidFill>
                  <a:srgbClr val="FF6600"/>
                </a:solidFill>
                <a:latin typeface="Calibri"/>
              </a:defRPr>
            </a:pPr>
            <a:r>
              <a:t>Change: +10.00 (+1.2%)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Slide 4 | Commodities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Arial"/>
              </a:defRPr>
            </a:pPr>
            <a:r>
              <a:t>Wheat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Current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600"/>
                </a:solidFill>
                <a:latin typeface="Arial"/>
              </a:defRPr>
            </a:pPr>
            <a:r>
              <a:t>₹2500.00</a:t>
            </a:r>
          </a:p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 (per quintal)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Previous Rate: ₹2480.00</a:t>
            </a:r>
          </a:p>
          <a:p>
            <a:pPr algn="ctr">
              <a:defRPr sz="1800" b="1">
                <a:solidFill>
                  <a:srgbClr val="FF6600"/>
                </a:solidFill>
                <a:latin typeface="Calibri"/>
              </a:defRPr>
            </a:pPr>
            <a:r>
              <a:t>Change: +20.00 (+0.8%)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Slide 5 | Commodities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Arial"/>
              </a:defRPr>
            </a:pPr>
            <a:r>
              <a:t>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Current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600"/>
                </a:solidFill>
                <a:latin typeface="Arial"/>
              </a:defRPr>
            </a:pPr>
            <a:r>
              <a:t>₹5200.00</a:t>
            </a:r>
          </a:p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 (per quintal)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Previous Rate: ₹5150.00</a:t>
            </a:r>
          </a:p>
          <a:p>
            <a:pPr algn="ctr">
              <a:defRPr sz="1800" b="1">
                <a:solidFill>
                  <a:srgbClr val="FF6600"/>
                </a:solidFill>
                <a:latin typeface="Calibri"/>
              </a:defRPr>
            </a:pPr>
            <a:r>
              <a:t>Change: +50.00 (+1.0%)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alibri"/>
              </a:defRPr>
            </a:pPr>
            <a:r>
              <a:t>Slide 6 | Commodities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Arial"/>
              </a:defRPr>
            </a:pPr>
            <a:r>
              <a:t>Sugar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Current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6600"/>
                </a:solidFill>
                <a:latin typeface="Arial"/>
              </a:defRPr>
            </a:pPr>
            <a:r>
              <a:t>₹3800.00</a:t>
            </a:r>
          </a:p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 (per quintal)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23232"/>
                </a:solidFill>
                <a:latin typeface="Calibri"/>
              </a:defRPr>
            </a:pPr>
            <a:r>
              <a:t>Previous Rate: ₹3750.00</a:t>
            </a:r>
          </a:p>
          <a:p>
            <a:pPr algn="ctr">
              <a:defRPr sz="1800" b="1">
                <a:solidFill>
                  <a:srgbClr val="FF6600"/>
                </a:solidFill>
                <a:latin typeface="Calibri"/>
              </a:defRPr>
            </a:pPr>
            <a:r>
              <a:t>Change: +50.00 (+1.3%)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600"/>
                </a:solidFill>
                <a:latin typeface="Arial"/>
              </a:defRPr>
            </a:pPr>
            <a:r>
              <a:t>Exchange Rates to INR</a:t>
            </a:r>
          </a:p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USD: ₹94.46</a:t>
            </a:r>
          </a:p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EUR: ₹107.22</a:t>
            </a:r>
          </a:p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GBP: ₹124.42</a:t>
            </a:r>
          </a:p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JPY: ₹0.58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